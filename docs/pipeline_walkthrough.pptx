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RC+S Artifact Detection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for the lab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Provenza Lab — Rice Neuroengineering Initiative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RC+S recordings contain movement artifact and other broadband contamination mixed in with genuine neural signal. Distinguishing the two by eye, session by session, doesn't scale.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 student in the lab is trying to determine whether unusual LFP activity in a BPD patient reflects real reward sensitivity around mealtimes -- or is simply movement artifact from chewing.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817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ground-truth labels exist yet (no concurrent video, no provocation protocol). The pipeline has to work as a triage and review aid, not a validated classifier.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LFP + accel by real timestamp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0218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3078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078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0393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1.0s window (0.5s hop): broadband power per channel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8432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1292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292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607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channel: LOCAL 5.0s window + GLOBAL whole-session MAD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646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06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506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821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flagged sub-windows; overlay channels in 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4860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7720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720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5035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by confidence: single-channel / high / priority-agreement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30740" y="3383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59340" y="2560320"/>
            <a:ext cx="16535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9340" y="2651760"/>
            <a:ext cx="165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32492" y="3063240"/>
            <a:ext cx="15072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every distinct crossing event; render a diagnostic figure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SIGNAL IS SCANNED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sliding window</a:t>
            </a:r>
            <a:endParaRPr lang="en-US" sz="2800" dirty="0"/>
          </a:p>
        </p:txBody>
      </p:sp>
      <p:pic>
        <p:nvPicPr>
          <p:cNvPr id="4" name="Image 0" descr="/home/claude/pptxbuild/fig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31314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1456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channel is scanned independently. A window is 1.0 second wide, and the window slides forward by 0.5 seconds each step -- so consecutive windows overlap by half their width.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DATA, ADBS012, CHANNEL +3-1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local vs. global scoring</a:t>
            </a:r>
            <a:endParaRPr lang="en-US" sz="2800" dirty="0"/>
          </a:p>
        </p:txBody>
      </p:sp>
      <p:pic>
        <p:nvPicPr>
          <p:cNvPr id="4" name="Image 0" descr="/home/claude/pptxbuild/fig_local_vs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104" y="1371600"/>
            <a:ext cx="7831312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recomputes the baseline from a small window at every step, so the threshold adapts to whatever's happening nearby -- but a window that lands entirely inside a long event goes blind to it. GLOBAL computes one baseline from the whole session, so it stays sensitive to sustained events -- but only as long as they're a minority of the recording. A channel is flagged if EITHER crosses threshold (z &gt; 6.5).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CONFIDENCE TIERS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4-5: cross-channel agreement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priority-agreement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3 &amp; 4 both flagged, each cleared BOTH local and global thresholds independently.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0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windows in aDBS012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5935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 channels agree, but not both priority channels this strongly.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windows in aDBS012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single-channel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5010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channel caught it -- the weakest tier of evidence.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0" y="4617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windows in aDBS012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DATA, ADBS012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distinct crossing events</a:t>
            </a:r>
            <a:endParaRPr lang="en-US" sz="2800" dirty="0"/>
          </a:p>
        </p:txBody>
      </p:sp>
      <p:pic>
        <p:nvPicPr>
          <p:cNvPr id="4" name="Image 0" descr="/home/claude/pptxbuild/fig_cross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3542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79947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merged window can contain several distinct crossings, not one continuous event. A crossing only counts as NEW if the signal drops back under threshold first and rises again -- so this 8.5s window is reported as 4 separate crossings, not one.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FIGURE, ADBS012, PRIORITY-AGREEMENT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diagnostic output</a:t>
            </a:r>
            <a:endParaRPr lang="en-US" sz="2800" dirty="0"/>
          </a:p>
        </p:txBody>
      </p:sp>
      <p:pic>
        <p:nvPicPr>
          <p:cNvPr id="4" name="Image 0" descr="/home/claude/pptxbuild/fig_main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499956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4356" y="1463040"/>
            <a:ext cx="61985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actual figure the pipeline writes for every flagged window -- nothing here is illustrative.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14356" y="2423160"/>
            <a:ext cx="61985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1: raw signal, all 4 channels.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14356" y="3017520"/>
            <a:ext cx="61985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2: same trace, thick = that channel crossed threshold here.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14356" y="3611880"/>
            <a:ext cx="61985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3: accelerometer, for visual context only -- not used in the detection decision.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14356" y="4206240"/>
            <a:ext cx="61985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4: spectrogram of the primary channel.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UPFRONT ABOUT THIS BEFORE ANYONE RELIES ON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pipeline does not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validated against ground truth. Thresholds (z &gt; 6.5, 5s rolling window) were chosen to produce a reasonable number of flags on this one session -- not calibrated against labeled events.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source-attributed. A flag means "statistically unusual," not "this is movement" or "this is chewing." The interpretation is left to the reviewer.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stim-aware. If stimulation is active, stim power is indistinguishable from any other broadband contamination in the current output.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on one session so far (aDBS012). Behavior across other patients and recording conditions has not yet been characterized.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ANYONE IN THE LAB PICKING THIS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artifact_finder.py &lt;lfp.csv&gt; --settings &lt;Settings.json&gt; --accel &lt;accel.csv&gt; --out &lt;out_dir&gt;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3774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 CSV: a timestamp column (unix ms) + any number of channel columns. No fixed naming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32461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JSON for true sample rate + channel labels. Falls back to auto-detection if omitted.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41148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 CSV: exactly timestamp, accel_x, accel_y, accel_z. Column names are NOT flexible here.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CSV (artifact_times.csv) + one diagnostic PNG per flagged window, plus two filtered subfolders (highest_confidence_artifacts/, high_confidence_artifacts/) for fast triage on long sessions.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7373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z &gt; 6.5 the right threshold, or should it be tuned per-patient?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channels 3 &amp; 4 stay the priority pair for every patient, or is that session-specific?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plan for ground truth -- video review, a provocation protocol, or something else?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broadband-only detection sufficient, or does stim need its own dedicated check before this is handed to other grad students?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2026-07-30T19:20:44Z</dcterms:created>
  <dcterms:modified xsi:type="dcterms:W3CDTF">2026-07-30T19:20:44Z</dcterms:modified>
</cp:coreProperties>
</file>